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BA085-2D87-A09F-1095-8D2EE87DC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6B6447-AD5C-34AB-563B-C854D9E3C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9ABC08-8AF3-143D-0600-71E1F225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F7B04-CADC-5097-22DD-9C8FDB05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E60F3-7EF7-37D7-BD44-B63E9988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38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AC46D-BACF-2A32-E656-4D7B8585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CC0070-CDD0-3C12-F405-203F01525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1A88B-0BDF-D57A-AC4A-BFC40782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546F8-27B5-0C8C-BC47-24E4D901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9C75D-EF2A-1160-1A88-28BF69D9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77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5E00E-ACBC-D436-5FAD-EF808308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CBCF1C-9057-BFB4-6540-0ED7022CD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F8527-AF46-CEBD-AF8D-89D10ED9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7148A-B385-1C36-14D8-57171C24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6214BC-75C8-C461-9227-AACBF0D6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41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547FA-2BDF-01BC-1483-C2DCB6C1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A91A4-C24A-D53B-A24D-0E8252426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24C551-8B5B-DCC2-4D4F-0C4769DE7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5EDCBE-34E8-628D-6CDA-4363BA34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BBE669-0F52-9D40-F1A7-4B09CEF9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C958CD-658C-F731-EB83-3DD895AD6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D5848-7577-8F92-37A0-88BB564C6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785B4-286F-FE9D-503F-DA94AC489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EF842D-D555-956F-7716-632391133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9D4766-D472-EA71-B5D3-EA91099A9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0A3962-741B-087A-83E4-D3A8E09DF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F77CDB-9AB0-3C64-24A8-EE2ACAA2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D897A1-405C-9A14-EF33-CEC48A00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73B6C7-1C79-E90D-F6BE-356EA23A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68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FAFEB-D6A3-B98C-B776-43BE5489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989598-8998-E0CC-1310-A3E43C50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B02FF0-F144-64C9-5EB9-8467BC04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B31E27-006C-AA1B-985B-F9583D78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9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819CD1-0E02-8722-CDD9-18601464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A1FE60-33DF-F3A2-1838-B70DA875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3DAC04-6D8C-568E-390F-A97E5BD1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99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6A94E-EF82-FE41-900A-D53AF1BF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E9E059-96C1-A883-47DD-34EADC130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3BAC57-0A02-CE3C-9128-7A36EA23B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C6BD04-C799-B393-164E-80CF9A0C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7FD042-5F2F-EBBD-B74C-83BA44EC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CC99E-E0ED-F01D-4053-B42AB56B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44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82E08-60F7-8AA6-E5FE-4DD0F497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0FBEC8-5D7B-EEF4-1E30-F15E48740C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FDFE67-47F5-B1BD-9CC9-1C463D364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0B4E6F-F666-4B97-4EB3-0C5F0F78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48201-E72F-D3CE-99A2-B4E8CC16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31AEE9-7551-0845-D4B0-A45BEFDC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08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4382E-E65C-E9C1-26DD-66E74BF1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FD908A-E710-2644-350D-ED1A95EAC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0FA797-C068-3896-2F4D-9DD9AD0B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CC9756-4CE4-2A54-A9E4-AF66D326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E7908-C6E3-05EA-65F9-63F6EC31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4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F6CCC7-B466-E7C7-BF0A-862C17EF8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4063BE-99A0-7E1C-093F-936D8E993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8EB1C-3843-2B1F-571B-769BEA37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1A10DF-F8B4-DEE8-BBA5-0CAEFDA6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2AB8A-0528-306D-7F83-C283CE493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1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D7236F-A585-61FD-13AF-A4ED63C3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CBFB0B-E818-6C5B-5731-8E4A6B6AA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C39ADC-DD99-0077-9D72-A5B434270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82E8F3-BEC7-4684-8FFA-12EE4E6477B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14CB5-4C8F-D8EA-E3C4-A992FED76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F926C5-C782-DBB5-FBED-4864E7D11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F93F5-4EB2-4C5B-9032-A1E2C9123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69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B324731-48B4-04C2-D124-61B7E0C1B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191068"/>
              </p:ext>
            </p:extLst>
          </p:nvPr>
        </p:nvGraphicFramePr>
        <p:xfrm>
          <a:off x="618836" y="719665"/>
          <a:ext cx="9541168" cy="4432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024">
                  <a:extLst>
                    <a:ext uri="{9D8B030D-6E8A-4147-A177-3AD203B41FA5}">
                      <a16:colId xmlns:a16="http://schemas.microsoft.com/office/drawing/2014/main" val="3708281201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1468200772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3160417057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250818352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148897097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167915579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92087085"/>
                    </a:ext>
                  </a:extLst>
                </a:gridCol>
              </a:tblGrid>
              <a:tr h="591865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315811"/>
                  </a:ext>
                </a:extLst>
              </a:tr>
              <a:tr h="59186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테이블이름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697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236677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회원아이디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690454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395186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572003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566829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882999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Silver, gold, </a:t>
                      </a:r>
                      <a:r>
                        <a:rPr lang="en-US" altLang="ko-KR" dirty="0" err="1"/>
                        <a:t>vip</a:t>
                      </a:r>
                      <a:r>
                        <a:rPr lang="ko-KR" altLang="en-US" dirty="0"/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85031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163382"/>
                  </a:ext>
                </a:extLst>
              </a:tr>
            </a:tbl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25840301-F249-6371-EFB3-6D8DE50CF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54118"/>
              </p:ext>
            </p:extLst>
          </p:nvPr>
        </p:nvGraphicFramePr>
        <p:xfrm>
          <a:off x="5405438" y="3213100"/>
          <a:ext cx="13811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81125" imgH="428625" progId="Excel.Sheet.12">
                  <p:embed/>
                </p:oleObj>
              </mc:Choice>
              <mc:Fallback>
                <p:oleObj name="Worksheet" r:id="rId2" imgW="1381125" imgH="4286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05438" y="3213100"/>
                        <a:ext cx="1381125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463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B8A9B-537F-543B-DA06-F8A1C19F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46E603B-E4A6-38FE-6850-D2A0AA624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633307"/>
              </p:ext>
            </p:extLst>
          </p:nvPr>
        </p:nvGraphicFramePr>
        <p:xfrm>
          <a:off x="618836" y="719665"/>
          <a:ext cx="9541168" cy="415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024">
                  <a:extLst>
                    <a:ext uri="{9D8B030D-6E8A-4147-A177-3AD203B41FA5}">
                      <a16:colId xmlns:a16="http://schemas.microsoft.com/office/drawing/2014/main" val="3708281201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1468200772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3160417057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250818352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148897097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2167915579"/>
                    </a:ext>
                  </a:extLst>
                </a:gridCol>
                <a:gridCol w="1363024">
                  <a:extLst>
                    <a:ext uri="{9D8B030D-6E8A-4147-A177-3AD203B41FA5}">
                      <a16:colId xmlns:a16="http://schemas.microsoft.com/office/drawing/2014/main" val="92087085"/>
                    </a:ext>
                  </a:extLst>
                </a:gridCol>
              </a:tblGrid>
              <a:tr h="591865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315811"/>
                  </a:ext>
                </a:extLst>
              </a:tr>
              <a:tr h="59186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테이블이름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2697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속성이름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기본키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외래키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236677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Varchar(20)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690454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Varchar(50)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395186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572003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566829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Varchar(30)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FK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882999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85031"/>
                  </a:ext>
                </a:extLst>
              </a:tr>
              <a:tr h="338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163382"/>
                  </a:ext>
                </a:extLst>
              </a:tr>
            </a:tbl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1786889F-E260-C4B7-510D-F646B7385C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5438" y="3213100"/>
          <a:ext cx="13811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81125" imgH="428625" progId="Excel.Sheet.12">
                  <p:embed/>
                </p:oleObj>
              </mc:Choice>
              <mc:Fallback>
                <p:oleObj name="Worksheet" r:id="rId2" imgW="1381125" imgH="428625" progId="Excel.Sheet.12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25840301-F249-6371-EFB3-6D8DE50CF7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05438" y="3213100"/>
                        <a:ext cx="1381125" cy="428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356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109</Words>
  <Application>Microsoft Office PowerPoint</Application>
  <PresentationFormat>와이드스크린</PresentationFormat>
  <Paragraphs>74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Office 테마</vt:lpstr>
      <vt:lpstr>Microsoft Excel 워크시트</vt:lpstr>
      <vt:lpstr>Worksheet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PARKJUNBEOM</dc:creator>
  <cp:lastModifiedBy>PARKJUNBEOM</cp:lastModifiedBy>
  <cp:revision>1</cp:revision>
  <dcterms:created xsi:type="dcterms:W3CDTF">2025-11-10T07:23:31Z</dcterms:created>
  <dcterms:modified xsi:type="dcterms:W3CDTF">2025-11-10T07:38:40Z</dcterms:modified>
</cp:coreProperties>
</file>